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3" d="100"/>
          <a:sy n="83" d="100"/>
        </p:scale>
        <p:origin x="590" y="8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0012300-cloud/Minor-Project-VO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 Harsh Sharma ] </a:t>
            </a: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Mail ID-harsh0012300@gmail.com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Project Title -</a:t>
            </a:r>
            <a:r>
              <a:rPr lang="en-US" sz="2000" b="1" dirty="0"/>
              <a:t>Predicting the Selling Price of Used Cars based on various features to assist buyers and sellers in the car market.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785091" y="2794001"/>
            <a:ext cx="5163127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AICTE ID- STU666a218d488df1718231437</a:t>
            </a:r>
          </a:p>
          <a:p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r>
              <a:rPr lang="en-US" dirty="0"/>
              <a:t>This problem focuses on developing a predictive model that can accurately estimate the selling price of a used car given its various attributes. The goal is to provide valuable insights for individuals buying or selling cars, and for market analysts to understand pricing dynamics.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Autofit/>
          </a:bodyPr>
          <a:lstStyle/>
          <a:p>
            <a:r>
              <a:rPr lang="en-GB" sz="2400" dirty="0"/>
              <a:t>Project Description</a:t>
            </a:r>
            <a:br>
              <a:rPr lang="en-GB" sz="2400" dirty="0"/>
            </a:br>
            <a:r>
              <a:rPr lang="en-GB" sz="2400" dirty="0"/>
              <a:t> </a:t>
            </a:r>
            <a:r>
              <a:rPr lang="en-US" sz="2400" dirty="0"/>
              <a:t>User-Friendly Application: Helping a Buyer Find the 'Best' Second-Hand Car</a:t>
            </a:r>
            <a:br>
              <a:rPr lang="en-US" sz="2400" dirty="0"/>
            </a:br>
            <a:r>
              <a:rPr lang="en-US" sz="2400" dirty="0"/>
              <a:t>For someone looking to buy a second-hand car, the 'best' often means a good car at a fair price. Our model can help by predicting a fair selling price based on a car's features. This allows buyers to compare listed prices against predicted values to identify potentially undervalued cars or avoid overpaying.</a:t>
            </a:r>
            <a:br>
              <a:rPr lang="en-GB" sz="2400" dirty="0"/>
            </a:b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Car Buyers:</a:t>
            </a:r>
            <a:r>
              <a:rPr lang="en-US" dirty="0"/>
              <a:t> They can use this model to get a fair estimate of a car's value, helping them make informed purchasing decisions and negotiate prices.</a:t>
            </a:r>
          </a:p>
          <a:p>
            <a:r>
              <a:rPr lang="en-US" b="1" dirty="0"/>
              <a:t>Car Sellers:</a:t>
            </a:r>
            <a:r>
              <a:rPr lang="en-US" dirty="0"/>
              <a:t> The model can assist sellers in pricing their vehicles competitively, ensuring they attract buyers while optimizing their returns.</a:t>
            </a:r>
          </a:p>
          <a:p>
            <a:r>
              <a:rPr lang="en-US" b="1" dirty="0"/>
              <a:t>Automotive Market Analysts:</a:t>
            </a:r>
            <a:r>
              <a:rPr lang="en-US" dirty="0"/>
              <a:t> These professionals can leverage the model to understand key factors influencing car prices, identify market trends, and make strategic business decisions.</a:t>
            </a:r>
          </a:p>
          <a:p>
            <a:r>
              <a:rPr lang="en-US" b="1" dirty="0"/>
              <a:t>Used Car Dealerships/Platforms:</a:t>
            </a:r>
            <a:r>
              <a:rPr lang="en-US" dirty="0"/>
              <a:t> They can integrate such a model into their systems for automated pricing, inventory management, and customer recommendations.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r>
              <a:rPr lang="en-US" dirty="0"/>
              <a:t>The solution was developed using the following technologies:</a:t>
            </a:r>
          </a:p>
          <a:p>
            <a:r>
              <a:rPr lang="en-US" b="1" dirty="0"/>
              <a:t>Python:</a:t>
            </a:r>
            <a:r>
              <a:rPr lang="en-US" dirty="0"/>
              <a:t> The primary programming language.</a:t>
            </a:r>
          </a:p>
          <a:p>
            <a:r>
              <a:rPr lang="en-US" b="1" dirty="0"/>
              <a:t>pandas:</a:t>
            </a:r>
            <a:r>
              <a:rPr lang="en-US" dirty="0"/>
              <a:t> A powerful library for data manipulation and analysis, used for tasks like loading the dataset, creating new features, and handling data structures.</a:t>
            </a:r>
          </a:p>
          <a:p>
            <a:r>
              <a:rPr lang="en-US" b="1" dirty="0"/>
              <a:t>scikit-learn (</a:t>
            </a:r>
            <a:r>
              <a:rPr lang="en-US" b="1" dirty="0" err="1"/>
              <a:t>sklearn</a:t>
            </a:r>
            <a:r>
              <a:rPr lang="en-US" b="1" dirty="0"/>
              <a:t>): </a:t>
            </a:r>
            <a:r>
              <a:rPr lang="en-US" dirty="0"/>
              <a:t>A comprehensive machine learning library.</a:t>
            </a:r>
          </a:p>
          <a:p>
            <a:r>
              <a:rPr lang="en-US" b="1" dirty="0" err="1"/>
              <a:t>Colab</a:t>
            </a:r>
            <a:r>
              <a:rPr lang="en-US" b="1" dirty="0"/>
              <a:t> Notebook: </a:t>
            </a:r>
            <a:r>
              <a:rPr lang="en-US" dirty="0"/>
              <a:t>IDE used to read the .csv and running the code.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B6A089-62D6-B4FC-5604-3B2884B1F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530" y="1698133"/>
            <a:ext cx="4005263" cy="361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484392-BC9D-0E6A-B4CC-B7E9CB276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07" y="1876549"/>
            <a:ext cx="4024712" cy="349365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EDF274-F477-B4BD-5232-07F62C31B9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0725" y="1764106"/>
            <a:ext cx="3783311" cy="36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25000" lnSpcReduction="20000"/>
          </a:bodyPr>
          <a:lstStyle/>
          <a:p>
            <a:pPr algn="r"/>
            <a:r>
              <a:rPr lang="en-US" sz="8000" b="0" dirty="0">
                <a:solidFill>
                  <a:schemeClr val="tx1"/>
                </a:solidFill>
              </a:rPr>
              <a:t>[ Harsh Sharma ] </a:t>
            </a:r>
          </a:p>
          <a:p>
            <a:pPr algn="r"/>
            <a:r>
              <a:rPr lang="en-US" sz="8000" b="0" dirty="0">
                <a:solidFill>
                  <a:schemeClr val="tx1"/>
                </a:solidFill>
              </a:rPr>
              <a:t>Mail ID-harsh0012300@gmail.com</a:t>
            </a:r>
            <a:endParaRPr lang="en-IN" sz="8000" b="0" dirty="0">
              <a:solidFill>
                <a:schemeClr val="tx1"/>
              </a:solidFill>
            </a:endParaRPr>
          </a:p>
          <a:p>
            <a:r>
              <a:rPr lang="en-GB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AICTE ID- STU666a218d488df1718231437</a:t>
            </a:r>
          </a:p>
          <a:p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629</TotalTime>
  <Words>373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-Predicting the Selling Price of Used Cars based on various features to assist buyers and sellers in the car market. </vt:lpstr>
      <vt:lpstr>PROBLEM  STATEMENT</vt:lpstr>
      <vt:lpstr>Project Description  User-Friendly Application: Helping a Buyer Find the 'Best' Second-Hand Car For someone looking to buy a second-hand car, the 'best' often means a good car at a fair price. Our model can help by predicting a fair selling price based on a car's features. This allows buyers to compare listed prices against predicted values to identify potentially undervalued cars or avoid overpaying.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Harsh Sharma</dc:creator>
  <cp:lastModifiedBy>ssd_user</cp:lastModifiedBy>
  <cp:revision>75</cp:revision>
  <dcterms:created xsi:type="dcterms:W3CDTF">2021-07-11T13:13:15Z</dcterms:created>
  <dcterms:modified xsi:type="dcterms:W3CDTF">2026-09-09T11:26:09Z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